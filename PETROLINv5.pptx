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9080E-CFA7-4D84-905C-ED16788404CB}" v="217" dt="2023-10-25T19:58:15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9E0DD-0408-4105-8A3F-D8E047FFD50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SV"/>
        </a:p>
      </dgm:t>
    </dgm:pt>
    <dgm:pt modelId="{76AE987E-814E-4782-A3AE-671CBAD2C74E}">
      <dgm:prSet phldrT="[Texto]"/>
      <dgm:spPr>
        <a:solidFill>
          <a:srgbClr val="00B050"/>
        </a:solidFill>
      </dgm:spPr>
      <dgm:t>
        <a:bodyPr/>
        <a:lstStyle/>
        <a:p>
          <a:r>
            <a:rPr lang="es-ES" dirty="0"/>
            <a:t>DB</a:t>
          </a:r>
          <a:endParaRPr lang="es-SV" dirty="0"/>
        </a:p>
      </dgm:t>
    </dgm:pt>
    <dgm:pt modelId="{F7034C90-D50A-41F9-8A85-631CB91956F5}" type="parTrans" cxnId="{2AC433E4-53A9-4FC5-A565-415396672629}">
      <dgm:prSet/>
      <dgm:spPr/>
      <dgm:t>
        <a:bodyPr/>
        <a:lstStyle/>
        <a:p>
          <a:endParaRPr lang="es-SV"/>
        </a:p>
      </dgm:t>
    </dgm:pt>
    <dgm:pt modelId="{98919483-895A-4ED0-A182-ECF3AFEA8282}" type="sibTrans" cxnId="{2AC433E4-53A9-4FC5-A565-415396672629}">
      <dgm:prSet/>
      <dgm:spPr/>
      <dgm:t>
        <a:bodyPr/>
        <a:lstStyle/>
        <a:p>
          <a:endParaRPr lang="es-SV"/>
        </a:p>
      </dgm:t>
    </dgm:pt>
    <dgm:pt modelId="{D020C4A7-7F13-4C5A-885D-CB1F3433EE1D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" dirty="0"/>
            <a:t>Cliente anónimo</a:t>
          </a:r>
          <a:endParaRPr lang="es-SV" dirty="0"/>
        </a:p>
      </dgm:t>
    </dgm:pt>
    <dgm:pt modelId="{1283ACA6-9B53-4354-8418-018B56BE56E4}" type="parTrans" cxnId="{1F4E6E5F-E03E-4839-B13E-9E94A31975FC}">
      <dgm:prSet/>
      <dgm:spPr/>
      <dgm:t>
        <a:bodyPr/>
        <a:lstStyle/>
        <a:p>
          <a:endParaRPr lang="es-SV"/>
        </a:p>
      </dgm:t>
    </dgm:pt>
    <dgm:pt modelId="{16164885-89A1-433E-B470-C568B408D4B0}" type="sibTrans" cxnId="{1F4E6E5F-E03E-4839-B13E-9E94A31975FC}">
      <dgm:prSet/>
      <dgm:spPr/>
      <dgm:t>
        <a:bodyPr/>
        <a:lstStyle/>
        <a:p>
          <a:endParaRPr lang="es-SV"/>
        </a:p>
      </dgm:t>
    </dgm:pt>
    <dgm:pt modelId="{B745F376-9881-4AED-AE80-C02C4B0171BF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" dirty="0"/>
            <a:t>Home</a:t>
          </a:r>
        </a:p>
        <a:p>
          <a:r>
            <a:rPr lang="es-ES" dirty="0"/>
            <a:t>Publicidad</a:t>
          </a:r>
          <a:endParaRPr lang="es-SV" dirty="0"/>
        </a:p>
      </dgm:t>
    </dgm:pt>
    <dgm:pt modelId="{1A85B1F3-755C-4571-80B8-D4630E7DC63E}" type="parTrans" cxnId="{6D5831DD-1991-4E14-9693-6FFB17D7AB77}">
      <dgm:prSet/>
      <dgm:spPr/>
      <dgm:t>
        <a:bodyPr/>
        <a:lstStyle/>
        <a:p>
          <a:endParaRPr lang="es-SV"/>
        </a:p>
      </dgm:t>
    </dgm:pt>
    <dgm:pt modelId="{AE9F6B13-D20A-4AB8-BF26-D7A672EC20F1}" type="sibTrans" cxnId="{6D5831DD-1991-4E14-9693-6FFB17D7AB77}">
      <dgm:prSet/>
      <dgm:spPr/>
      <dgm:t>
        <a:bodyPr/>
        <a:lstStyle/>
        <a:p>
          <a:endParaRPr lang="es-SV"/>
        </a:p>
      </dgm:t>
    </dgm:pt>
    <dgm:pt modelId="{874225C2-D487-4218-94B9-3371AB7AB5B3}">
      <dgm:prSet phldrT="[Texto]"/>
      <dgm:spPr/>
      <dgm:t>
        <a:bodyPr/>
        <a:lstStyle/>
        <a:p>
          <a:r>
            <a:rPr lang="es-ES" dirty="0"/>
            <a:t>Cliente autenticado</a:t>
          </a:r>
          <a:endParaRPr lang="es-SV" dirty="0"/>
        </a:p>
      </dgm:t>
    </dgm:pt>
    <dgm:pt modelId="{34B1AD27-9681-4057-9227-D8DC47D36D7A}" type="parTrans" cxnId="{8B92BDBF-05E1-4FD6-B62F-C7053CAD550D}">
      <dgm:prSet/>
      <dgm:spPr/>
      <dgm:t>
        <a:bodyPr/>
        <a:lstStyle/>
        <a:p>
          <a:endParaRPr lang="es-SV"/>
        </a:p>
      </dgm:t>
    </dgm:pt>
    <dgm:pt modelId="{211AB870-0537-4A90-AC2A-C72DFD816685}" type="sibTrans" cxnId="{8B92BDBF-05E1-4FD6-B62F-C7053CAD550D}">
      <dgm:prSet/>
      <dgm:spPr/>
      <dgm:t>
        <a:bodyPr/>
        <a:lstStyle/>
        <a:p>
          <a:endParaRPr lang="es-SV"/>
        </a:p>
      </dgm:t>
    </dgm:pt>
    <dgm:pt modelId="{033CAB19-B73E-4BAC-93F6-C33B9C6E4357}">
      <dgm:prSet phldrT="[Texto]"/>
      <dgm:spPr/>
      <dgm:t>
        <a:bodyPr/>
        <a:lstStyle/>
        <a:p>
          <a:r>
            <a:rPr lang="es-ES" dirty="0"/>
            <a:t>Home</a:t>
          </a:r>
        </a:p>
        <a:p>
          <a:r>
            <a:rPr lang="es-ES" dirty="0"/>
            <a:t>Publicidad</a:t>
          </a:r>
          <a:endParaRPr lang="es-SV" dirty="0"/>
        </a:p>
      </dgm:t>
    </dgm:pt>
    <dgm:pt modelId="{2BEA8701-F81D-4020-913E-504FE9651CFB}" type="parTrans" cxnId="{6E02BF14-038F-43B5-BD0C-721E1C906388}">
      <dgm:prSet/>
      <dgm:spPr/>
      <dgm:t>
        <a:bodyPr/>
        <a:lstStyle/>
        <a:p>
          <a:endParaRPr lang="es-SV"/>
        </a:p>
      </dgm:t>
    </dgm:pt>
    <dgm:pt modelId="{13732A18-CBFE-4393-BE99-5612851A2428}" type="sibTrans" cxnId="{6E02BF14-038F-43B5-BD0C-721E1C906388}">
      <dgm:prSet/>
      <dgm:spPr/>
      <dgm:t>
        <a:bodyPr/>
        <a:lstStyle/>
        <a:p>
          <a:endParaRPr lang="es-SV"/>
        </a:p>
      </dgm:t>
    </dgm:pt>
    <dgm:pt modelId="{84053A39-498B-423A-826F-BF0A585BCE35}">
      <dgm:prSet phldrT="[Tex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" dirty="0"/>
            <a:t>Lista</a:t>
          </a:r>
        </a:p>
        <a:p>
          <a:r>
            <a:rPr lang="es-ES" dirty="0"/>
            <a:t>Estaciones de servicio</a:t>
          </a:r>
          <a:endParaRPr lang="es-SV" dirty="0"/>
        </a:p>
      </dgm:t>
    </dgm:pt>
    <dgm:pt modelId="{C4F1848D-00E9-4FF3-893C-C7D50663D6AB}" type="sibTrans" cxnId="{A1C86207-8362-4447-821A-AB275F463BFC}">
      <dgm:prSet/>
      <dgm:spPr/>
      <dgm:t>
        <a:bodyPr/>
        <a:lstStyle/>
        <a:p>
          <a:endParaRPr lang="es-SV"/>
        </a:p>
      </dgm:t>
    </dgm:pt>
    <dgm:pt modelId="{5E6893B7-672D-4E65-BAAD-17316F7032EC}" type="parTrans" cxnId="{A1C86207-8362-4447-821A-AB275F463BFC}">
      <dgm:prSet/>
      <dgm:spPr/>
      <dgm:t>
        <a:bodyPr/>
        <a:lstStyle/>
        <a:p>
          <a:endParaRPr lang="es-SV"/>
        </a:p>
      </dgm:t>
    </dgm:pt>
    <dgm:pt modelId="{6C80CCFC-0307-421D-88B5-A2BA5A6D8EC0}">
      <dgm:prSet/>
      <dgm:spPr/>
      <dgm:t>
        <a:bodyPr/>
        <a:lstStyle/>
        <a:p>
          <a:r>
            <a:rPr lang="es-ES" dirty="0"/>
            <a:t>Autenticación</a:t>
          </a:r>
          <a:endParaRPr lang="es-SV" dirty="0"/>
        </a:p>
      </dgm:t>
    </dgm:pt>
    <dgm:pt modelId="{C4850787-0C98-47E1-A3C4-47F363FAA76F}" type="parTrans" cxnId="{AA886B64-91C4-48E9-9194-0B97FBBE7D83}">
      <dgm:prSet/>
      <dgm:spPr/>
      <dgm:t>
        <a:bodyPr/>
        <a:lstStyle/>
        <a:p>
          <a:endParaRPr lang="es-SV"/>
        </a:p>
      </dgm:t>
    </dgm:pt>
    <dgm:pt modelId="{05D8EB2A-2C0D-4F0B-8783-A9CDA1D2719A}" type="sibTrans" cxnId="{AA886B64-91C4-48E9-9194-0B97FBBE7D83}">
      <dgm:prSet/>
      <dgm:spPr/>
      <dgm:t>
        <a:bodyPr/>
        <a:lstStyle/>
        <a:p>
          <a:endParaRPr lang="es-SV"/>
        </a:p>
      </dgm:t>
    </dgm:pt>
    <dgm:pt modelId="{34BB49E3-2E9F-4946-8CEA-81A13E0B16B6}">
      <dgm:prSet/>
      <dgm:spPr/>
      <dgm:t>
        <a:bodyPr/>
        <a:lstStyle/>
        <a:p>
          <a:r>
            <a:rPr lang="es-ES" dirty="0"/>
            <a:t>Actualización de precios</a:t>
          </a:r>
          <a:endParaRPr lang="es-SV" dirty="0"/>
        </a:p>
      </dgm:t>
    </dgm:pt>
    <dgm:pt modelId="{5AED5B6B-C363-47FC-AA1F-53774CC8B703}" type="parTrans" cxnId="{84A48DB6-C97D-48E2-986B-3163E930A7BB}">
      <dgm:prSet/>
      <dgm:spPr/>
      <dgm:t>
        <a:bodyPr/>
        <a:lstStyle/>
        <a:p>
          <a:endParaRPr lang="es-SV"/>
        </a:p>
      </dgm:t>
    </dgm:pt>
    <dgm:pt modelId="{D58F54C2-945E-41EF-9DF1-0FBF66E87123}" type="sibTrans" cxnId="{84A48DB6-C97D-48E2-986B-3163E930A7BB}">
      <dgm:prSet/>
      <dgm:spPr/>
      <dgm:t>
        <a:bodyPr/>
        <a:lstStyle/>
        <a:p>
          <a:endParaRPr lang="es-SV"/>
        </a:p>
      </dgm:t>
    </dgm:pt>
    <dgm:pt modelId="{8E593330-EA8C-4FF2-9F19-07450190A7B5}">
      <dgm:prSet/>
      <dgm:spPr/>
      <dgm:t>
        <a:bodyPr/>
        <a:lstStyle/>
        <a:p>
          <a:r>
            <a:rPr lang="es-ES" dirty="0"/>
            <a:t>Creación nuevo usuario</a:t>
          </a:r>
          <a:endParaRPr lang="es-SV" dirty="0"/>
        </a:p>
      </dgm:t>
    </dgm:pt>
    <dgm:pt modelId="{B7201009-1CE0-4763-A1D0-4DB1549DEDFE}" type="parTrans" cxnId="{1C2BB699-FEEB-413B-BA10-BBF701BA4D93}">
      <dgm:prSet/>
      <dgm:spPr/>
      <dgm:t>
        <a:bodyPr/>
        <a:lstStyle/>
        <a:p>
          <a:endParaRPr lang="es-SV"/>
        </a:p>
      </dgm:t>
    </dgm:pt>
    <dgm:pt modelId="{C3A94149-2EFD-4B2F-8F10-1A5A9DA7E92C}" type="sibTrans" cxnId="{1C2BB699-FEEB-413B-BA10-BBF701BA4D93}">
      <dgm:prSet/>
      <dgm:spPr/>
      <dgm:t>
        <a:bodyPr/>
        <a:lstStyle/>
        <a:p>
          <a:endParaRPr lang="es-SV"/>
        </a:p>
      </dgm:t>
    </dgm:pt>
    <dgm:pt modelId="{C9626A89-6453-4276-96D5-9649E0341E49}" type="pres">
      <dgm:prSet presAssocID="{A709E0DD-0408-4105-8A3F-D8E047FFD50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263894E-724A-488C-BA40-99D86076EA00}" type="pres">
      <dgm:prSet presAssocID="{76AE987E-814E-4782-A3AE-671CBAD2C74E}" presName="root1" presStyleCnt="0"/>
      <dgm:spPr/>
    </dgm:pt>
    <dgm:pt modelId="{AE48424F-DE92-4A09-8A24-46C996EF0F48}" type="pres">
      <dgm:prSet presAssocID="{76AE987E-814E-4782-A3AE-671CBAD2C74E}" presName="LevelOneTextNode" presStyleLbl="node0" presStyleIdx="0" presStyleCnt="1">
        <dgm:presLayoutVars>
          <dgm:chPref val="3"/>
        </dgm:presLayoutVars>
      </dgm:prSet>
      <dgm:spPr/>
    </dgm:pt>
    <dgm:pt modelId="{D356B372-A76D-4055-8C57-406A914118C6}" type="pres">
      <dgm:prSet presAssocID="{76AE987E-814E-4782-A3AE-671CBAD2C74E}" presName="level2hierChild" presStyleCnt="0"/>
      <dgm:spPr/>
    </dgm:pt>
    <dgm:pt modelId="{4E308C1E-33D7-4DB3-B3BE-A3EF72AB3AD1}" type="pres">
      <dgm:prSet presAssocID="{1283ACA6-9B53-4354-8418-018B56BE56E4}" presName="conn2-1" presStyleLbl="parChTrans1D2" presStyleIdx="0" presStyleCnt="2"/>
      <dgm:spPr/>
    </dgm:pt>
    <dgm:pt modelId="{F230BA30-A24C-4BCC-A622-99A10582C7F2}" type="pres">
      <dgm:prSet presAssocID="{1283ACA6-9B53-4354-8418-018B56BE56E4}" presName="connTx" presStyleLbl="parChTrans1D2" presStyleIdx="0" presStyleCnt="2"/>
      <dgm:spPr/>
    </dgm:pt>
    <dgm:pt modelId="{0361E011-1EBD-4FD9-8585-502ED13CBDFF}" type="pres">
      <dgm:prSet presAssocID="{D020C4A7-7F13-4C5A-885D-CB1F3433EE1D}" presName="root2" presStyleCnt="0"/>
      <dgm:spPr/>
    </dgm:pt>
    <dgm:pt modelId="{4BE52F9B-2F7E-4C50-965B-72EA258B4978}" type="pres">
      <dgm:prSet presAssocID="{D020C4A7-7F13-4C5A-885D-CB1F3433EE1D}" presName="LevelTwoTextNode" presStyleLbl="node2" presStyleIdx="0" presStyleCnt="2">
        <dgm:presLayoutVars>
          <dgm:chPref val="3"/>
        </dgm:presLayoutVars>
      </dgm:prSet>
      <dgm:spPr/>
    </dgm:pt>
    <dgm:pt modelId="{9FCB7B73-4F85-4BD4-844A-291F1CDC741A}" type="pres">
      <dgm:prSet presAssocID="{D020C4A7-7F13-4C5A-885D-CB1F3433EE1D}" presName="level3hierChild" presStyleCnt="0"/>
      <dgm:spPr/>
    </dgm:pt>
    <dgm:pt modelId="{5B79E6FB-ECCD-4904-9A35-BE7F90815DE7}" type="pres">
      <dgm:prSet presAssocID="{1A85B1F3-755C-4571-80B8-D4630E7DC63E}" presName="conn2-1" presStyleLbl="parChTrans1D3" presStyleIdx="0" presStyleCnt="5"/>
      <dgm:spPr/>
    </dgm:pt>
    <dgm:pt modelId="{A9997D3D-B04C-4F96-98E1-3EEB211591FE}" type="pres">
      <dgm:prSet presAssocID="{1A85B1F3-755C-4571-80B8-D4630E7DC63E}" presName="connTx" presStyleLbl="parChTrans1D3" presStyleIdx="0" presStyleCnt="5"/>
      <dgm:spPr/>
    </dgm:pt>
    <dgm:pt modelId="{7D0232F7-1D3B-4A79-98CD-C4E4C0DAFF15}" type="pres">
      <dgm:prSet presAssocID="{B745F376-9881-4AED-AE80-C02C4B0171BF}" presName="root2" presStyleCnt="0"/>
      <dgm:spPr/>
    </dgm:pt>
    <dgm:pt modelId="{374E7B3D-7327-4A58-BA54-56CEA43E2F0C}" type="pres">
      <dgm:prSet presAssocID="{B745F376-9881-4AED-AE80-C02C4B0171BF}" presName="LevelTwoTextNode" presStyleLbl="node3" presStyleIdx="0" presStyleCnt="5">
        <dgm:presLayoutVars>
          <dgm:chPref val="3"/>
        </dgm:presLayoutVars>
      </dgm:prSet>
      <dgm:spPr/>
    </dgm:pt>
    <dgm:pt modelId="{0EAD4AE0-FFE4-4456-897B-F5A56A0F45C7}" type="pres">
      <dgm:prSet presAssocID="{B745F376-9881-4AED-AE80-C02C4B0171BF}" presName="level3hierChild" presStyleCnt="0"/>
      <dgm:spPr/>
    </dgm:pt>
    <dgm:pt modelId="{9999F055-8A07-4550-8900-5A814D02F99E}" type="pres">
      <dgm:prSet presAssocID="{5E6893B7-672D-4E65-BAAD-17316F7032EC}" presName="conn2-1" presStyleLbl="parChTrans1D3" presStyleIdx="1" presStyleCnt="5"/>
      <dgm:spPr/>
    </dgm:pt>
    <dgm:pt modelId="{B4F2702B-B22B-4B44-A932-FB0C4F9F22FC}" type="pres">
      <dgm:prSet presAssocID="{5E6893B7-672D-4E65-BAAD-17316F7032EC}" presName="connTx" presStyleLbl="parChTrans1D3" presStyleIdx="1" presStyleCnt="5"/>
      <dgm:spPr/>
    </dgm:pt>
    <dgm:pt modelId="{31FCD4F3-849B-4107-AED8-4F8AFC18AC4B}" type="pres">
      <dgm:prSet presAssocID="{84053A39-498B-423A-826F-BF0A585BCE35}" presName="root2" presStyleCnt="0"/>
      <dgm:spPr/>
    </dgm:pt>
    <dgm:pt modelId="{025A155B-D776-4DF4-8646-C9CB82074050}" type="pres">
      <dgm:prSet presAssocID="{84053A39-498B-423A-826F-BF0A585BCE35}" presName="LevelTwoTextNode" presStyleLbl="node3" presStyleIdx="1" presStyleCnt="5">
        <dgm:presLayoutVars>
          <dgm:chPref val="3"/>
        </dgm:presLayoutVars>
      </dgm:prSet>
      <dgm:spPr/>
    </dgm:pt>
    <dgm:pt modelId="{A1CA478F-962D-473B-912D-CB1D4A395E18}" type="pres">
      <dgm:prSet presAssocID="{84053A39-498B-423A-826F-BF0A585BCE35}" presName="level3hierChild" presStyleCnt="0"/>
      <dgm:spPr/>
    </dgm:pt>
    <dgm:pt modelId="{8CA9805B-F42D-4536-AF44-868A292C9637}" type="pres">
      <dgm:prSet presAssocID="{34B1AD27-9681-4057-9227-D8DC47D36D7A}" presName="conn2-1" presStyleLbl="parChTrans1D2" presStyleIdx="1" presStyleCnt="2"/>
      <dgm:spPr/>
    </dgm:pt>
    <dgm:pt modelId="{C39319C1-F0C9-4BBF-9936-C72F59F10C7E}" type="pres">
      <dgm:prSet presAssocID="{34B1AD27-9681-4057-9227-D8DC47D36D7A}" presName="connTx" presStyleLbl="parChTrans1D2" presStyleIdx="1" presStyleCnt="2"/>
      <dgm:spPr/>
    </dgm:pt>
    <dgm:pt modelId="{BBFB49B6-CE4D-4074-9C2D-B7A50CD7CC47}" type="pres">
      <dgm:prSet presAssocID="{874225C2-D487-4218-94B9-3371AB7AB5B3}" presName="root2" presStyleCnt="0"/>
      <dgm:spPr/>
    </dgm:pt>
    <dgm:pt modelId="{5020EE6D-5548-4A7C-927D-1A66BA37C777}" type="pres">
      <dgm:prSet presAssocID="{874225C2-D487-4218-94B9-3371AB7AB5B3}" presName="LevelTwoTextNode" presStyleLbl="node2" presStyleIdx="1" presStyleCnt="2">
        <dgm:presLayoutVars>
          <dgm:chPref val="3"/>
        </dgm:presLayoutVars>
      </dgm:prSet>
      <dgm:spPr/>
    </dgm:pt>
    <dgm:pt modelId="{915FA823-32E4-4870-9D77-C6DB658A93CA}" type="pres">
      <dgm:prSet presAssocID="{874225C2-D487-4218-94B9-3371AB7AB5B3}" presName="level3hierChild" presStyleCnt="0"/>
      <dgm:spPr/>
    </dgm:pt>
    <dgm:pt modelId="{5732B2CC-8F1B-43A6-ADEB-BE93CE8764BB}" type="pres">
      <dgm:prSet presAssocID="{2BEA8701-F81D-4020-913E-504FE9651CFB}" presName="conn2-1" presStyleLbl="parChTrans1D3" presStyleIdx="2" presStyleCnt="5"/>
      <dgm:spPr/>
    </dgm:pt>
    <dgm:pt modelId="{19314F51-CBA9-4B0E-8FC8-50C1A85AE5D7}" type="pres">
      <dgm:prSet presAssocID="{2BEA8701-F81D-4020-913E-504FE9651CFB}" presName="connTx" presStyleLbl="parChTrans1D3" presStyleIdx="2" presStyleCnt="5"/>
      <dgm:spPr/>
    </dgm:pt>
    <dgm:pt modelId="{445880DF-E25A-4228-81A6-5BB25689FD3D}" type="pres">
      <dgm:prSet presAssocID="{033CAB19-B73E-4BAC-93F6-C33B9C6E4357}" presName="root2" presStyleCnt="0"/>
      <dgm:spPr/>
    </dgm:pt>
    <dgm:pt modelId="{A6135BC2-3374-46DD-AA06-B4FAA3FE0625}" type="pres">
      <dgm:prSet presAssocID="{033CAB19-B73E-4BAC-93F6-C33B9C6E4357}" presName="LevelTwoTextNode" presStyleLbl="node3" presStyleIdx="2" presStyleCnt="5">
        <dgm:presLayoutVars>
          <dgm:chPref val="3"/>
        </dgm:presLayoutVars>
      </dgm:prSet>
      <dgm:spPr/>
    </dgm:pt>
    <dgm:pt modelId="{7B72E39A-E30D-498F-AA82-B5AA0658CBBF}" type="pres">
      <dgm:prSet presAssocID="{033CAB19-B73E-4BAC-93F6-C33B9C6E4357}" presName="level3hierChild" presStyleCnt="0"/>
      <dgm:spPr/>
    </dgm:pt>
    <dgm:pt modelId="{2BBE48AB-251D-4D1F-8D66-B11622928BF1}" type="pres">
      <dgm:prSet presAssocID="{C4850787-0C98-47E1-A3C4-47F363FAA76F}" presName="conn2-1" presStyleLbl="parChTrans1D3" presStyleIdx="3" presStyleCnt="5"/>
      <dgm:spPr/>
    </dgm:pt>
    <dgm:pt modelId="{DD2C52C0-90F5-4BEE-AA1E-5CBAF3633B1E}" type="pres">
      <dgm:prSet presAssocID="{C4850787-0C98-47E1-A3C4-47F363FAA76F}" presName="connTx" presStyleLbl="parChTrans1D3" presStyleIdx="3" presStyleCnt="5"/>
      <dgm:spPr/>
    </dgm:pt>
    <dgm:pt modelId="{35B88BEC-8065-489C-98AF-A5DF1930D1F3}" type="pres">
      <dgm:prSet presAssocID="{6C80CCFC-0307-421D-88B5-A2BA5A6D8EC0}" presName="root2" presStyleCnt="0"/>
      <dgm:spPr/>
    </dgm:pt>
    <dgm:pt modelId="{E88893FC-3158-4CF0-8ADA-8C30B79D192D}" type="pres">
      <dgm:prSet presAssocID="{6C80CCFC-0307-421D-88B5-A2BA5A6D8EC0}" presName="LevelTwoTextNode" presStyleLbl="node3" presStyleIdx="3" presStyleCnt="5" custLinFactY="4415" custLinFactNeighborY="100000">
        <dgm:presLayoutVars>
          <dgm:chPref val="3"/>
        </dgm:presLayoutVars>
      </dgm:prSet>
      <dgm:spPr/>
    </dgm:pt>
    <dgm:pt modelId="{A84581F5-9DF2-4C21-BCD4-7D7DA074224A}" type="pres">
      <dgm:prSet presAssocID="{6C80CCFC-0307-421D-88B5-A2BA5A6D8EC0}" presName="level3hierChild" presStyleCnt="0"/>
      <dgm:spPr/>
    </dgm:pt>
    <dgm:pt modelId="{8BA74F2A-06C6-4E54-B79F-F369BCAF62DB}" type="pres">
      <dgm:prSet presAssocID="{5AED5B6B-C363-47FC-AA1F-53774CC8B703}" presName="conn2-1" presStyleLbl="parChTrans1D4" presStyleIdx="0" presStyleCnt="1"/>
      <dgm:spPr/>
    </dgm:pt>
    <dgm:pt modelId="{F0AD9BF5-931C-4FD0-A3DF-4FEFAABDD85F}" type="pres">
      <dgm:prSet presAssocID="{5AED5B6B-C363-47FC-AA1F-53774CC8B703}" presName="connTx" presStyleLbl="parChTrans1D4" presStyleIdx="0" presStyleCnt="1"/>
      <dgm:spPr/>
    </dgm:pt>
    <dgm:pt modelId="{EDE3E275-BC50-451E-B4C4-993C34F1D65D}" type="pres">
      <dgm:prSet presAssocID="{34BB49E3-2E9F-4946-8CEA-81A13E0B16B6}" presName="root2" presStyleCnt="0"/>
      <dgm:spPr/>
    </dgm:pt>
    <dgm:pt modelId="{712F5D76-0A17-46B5-9744-DB2734C583CB}" type="pres">
      <dgm:prSet presAssocID="{34BB49E3-2E9F-4946-8CEA-81A13E0B16B6}" presName="LevelTwoTextNode" presStyleLbl="node4" presStyleIdx="0" presStyleCnt="1" custLinFactY="5450" custLinFactNeighborX="-4652" custLinFactNeighborY="100000">
        <dgm:presLayoutVars>
          <dgm:chPref val="3"/>
        </dgm:presLayoutVars>
      </dgm:prSet>
      <dgm:spPr/>
    </dgm:pt>
    <dgm:pt modelId="{17D2F1B9-2E04-43BC-A839-713D56AECB4E}" type="pres">
      <dgm:prSet presAssocID="{34BB49E3-2E9F-4946-8CEA-81A13E0B16B6}" presName="level3hierChild" presStyleCnt="0"/>
      <dgm:spPr/>
    </dgm:pt>
    <dgm:pt modelId="{5A2DEBDC-E98F-492D-8C81-605162F6BDE5}" type="pres">
      <dgm:prSet presAssocID="{B7201009-1CE0-4763-A1D0-4DB1549DEDFE}" presName="conn2-1" presStyleLbl="parChTrans1D3" presStyleIdx="4" presStyleCnt="5"/>
      <dgm:spPr/>
    </dgm:pt>
    <dgm:pt modelId="{D28596FF-5C2C-4BC7-9301-67D38B404525}" type="pres">
      <dgm:prSet presAssocID="{B7201009-1CE0-4763-A1D0-4DB1549DEDFE}" presName="connTx" presStyleLbl="parChTrans1D3" presStyleIdx="4" presStyleCnt="5"/>
      <dgm:spPr/>
    </dgm:pt>
    <dgm:pt modelId="{A9B5FB21-2939-416F-91B3-A295AB31A34D}" type="pres">
      <dgm:prSet presAssocID="{8E593330-EA8C-4FF2-9F19-07450190A7B5}" presName="root2" presStyleCnt="0"/>
      <dgm:spPr/>
    </dgm:pt>
    <dgm:pt modelId="{380B2369-7A84-4C2B-91B4-54482149F09F}" type="pres">
      <dgm:prSet presAssocID="{8E593330-EA8C-4FF2-9F19-07450190A7B5}" presName="LevelTwoTextNode" presStyleLbl="node3" presStyleIdx="4" presStyleCnt="5" custLinFactY="-17855" custLinFactNeighborX="0" custLinFactNeighborY="-100000">
        <dgm:presLayoutVars>
          <dgm:chPref val="3"/>
        </dgm:presLayoutVars>
      </dgm:prSet>
      <dgm:spPr/>
    </dgm:pt>
    <dgm:pt modelId="{BBABA914-1FB7-4CC1-97D5-633231972400}" type="pres">
      <dgm:prSet presAssocID="{8E593330-EA8C-4FF2-9F19-07450190A7B5}" presName="level3hierChild" presStyleCnt="0"/>
      <dgm:spPr/>
    </dgm:pt>
  </dgm:ptLst>
  <dgm:cxnLst>
    <dgm:cxn modelId="{A1C86207-8362-4447-821A-AB275F463BFC}" srcId="{D020C4A7-7F13-4C5A-885D-CB1F3433EE1D}" destId="{84053A39-498B-423A-826F-BF0A585BCE35}" srcOrd="1" destOrd="0" parTransId="{5E6893B7-672D-4E65-BAAD-17316F7032EC}" sibTransId="{C4F1848D-00E9-4FF3-893C-C7D50663D6AB}"/>
    <dgm:cxn modelId="{1C4B4F0D-48D8-456F-9684-9C97752FA9B8}" type="presOf" srcId="{B745F376-9881-4AED-AE80-C02C4B0171BF}" destId="{374E7B3D-7327-4A58-BA54-56CEA43E2F0C}" srcOrd="0" destOrd="0" presId="urn:microsoft.com/office/officeart/2005/8/layout/hierarchy2"/>
    <dgm:cxn modelId="{9135C510-D62B-446E-A37D-BEF5D911DB11}" type="presOf" srcId="{5AED5B6B-C363-47FC-AA1F-53774CC8B703}" destId="{8BA74F2A-06C6-4E54-B79F-F369BCAF62DB}" srcOrd="0" destOrd="0" presId="urn:microsoft.com/office/officeart/2005/8/layout/hierarchy2"/>
    <dgm:cxn modelId="{6E02BF14-038F-43B5-BD0C-721E1C906388}" srcId="{874225C2-D487-4218-94B9-3371AB7AB5B3}" destId="{033CAB19-B73E-4BAC-93F6-C33B9C6E4357}" srcOrd="0" destOrd="0" parTransId="{2BEA8701-F81D-4020-913E-504FE9651CFB}" sibTransId="{13732A18-CBFE-4393-BE99-5612851A2428}"/>
    <dgm:cxn modelId="{ECCDA92C-2874-4E15-8E64-644979F69A6D}" type="presOf" srcId="{6C80CCFC-0307-421D-88B5-A2BA5A6D8EC0}" destId="{E88893FC-3158-4CF0-8ADA-8C30B79D192D}" srcOrd="0" destOrd="0" presId="urn:microsoft.com/office/officeart/2005/8/layout/hierarchy2"/>
    <dgm:cxn modelId="{A9EDBF31-FCDA-421F-BE9A-A31B00732F31}" type="presOf" srcId="{874225C2-D487-4218-94B9-3371AB7AB5B3}" destId="{5020EE6D-5548-4A7C-927D-1A66BA37C777}" srcOrd="0" destOrd="0" presId="urn:microsoft.com/office/officeart/2005/8/layout/hierarchy2"/>
    <dgm:cxn modelId="{1F4E6E5F-E03E-4839-B13E-9E94A31975FC}" srcId="{76AE987E-814E-4782-A3AE-671CBAD2C74E}" destId="{D020C4A7-7F13-4C5A-885D-CB1F3433EE1D}" srcOrd="0" destOrd="0" parTransId="{1283ACA6-9B53-4354-8418-018B56BE56E4}" sibTransId="{16164885-89A1-433E-B470-C568B408D4B0}"/>
    <dgm:cxn modelId="{534DEB5F-8B90-4972-8617-AD111FE4B7AF}" type="presOf" srcId="{76AE987E-814E-4782-A3AE-671CBAD2C74E}" destId="{AE48424F-DE92-4A09-8A24-46C996EF0F48}" srcOrd="0" destOrd="0" presId="urn:microsoft.com/office/officeart/2005/8/layout/hierarchy2"/>
    <dgm:cxn modelId="{AA886B64-91C4-48E9-9194-0B97FBBE7D83}" srcId="{874225C2-D487-4218-94B9-3371AB7AB5B3}" destId="{6C80CCFC-0307-421D-88B5-A2BA5A6D8EC0}" srcOrd="1" destOrd="0" parTransId="{C4850787-0C98-47E1-A3C4-47F363FAA76F}" sibTransId="{05D8EB2A-2C0D-4F0B-8783-A9CDA1D2719A}"/>
    <dgm:cxn modelId="{5BEE2567-401D-4BA4-93A5-FE544EF672FE}" type="presOf" srcId="{34BB49E3-2E9F-4946-8CEA-81A13E0B16B6}" destId="{712F5D76-0A17-46B5-9744-DB2734C583CB}" srcOrd="0" destOrd="0" presId="urn:microsoft.com/office/officeart/2005/8/layout/hierarchy2"/>
    <dgm:cxn modelId="{EDD42D67-CB08-4031-B8C8-99148B9F3319}" type="presOf" srcId="{2BEA8701-F81D-4020-913E-504FE9651CFB}" destId="{19314F51-CBA9-4B0E-8FC8-50C1A85AE5D7}" srcOrd="1" destOrd="0" presId="urn:microsoft.com/office/officeart/2005/8/layout/hierarchy2"/>
    <dgm:cxn modelId="{D661956C-9621-4365-ADAB-3F16C5455631}" type="presOf" srcId="{34B1AD27-9681-4057-9227-D8DC47D36D7A}" destId="{8CA9805B-F42D-4536-AF44-868A292C9637}" srcOrd="0" destOrd="0" presId="urn:microsoft.com/office/officeart/2005/8/layout/hierarchy2"/>
    <dgm:cxn modelId="{76CA4A4D-67AC-4E62-9A3F-740D04AACF09}" type="presOf" srcId="{1283ACA6-9B53-4354-8418-018B56BE56E4}" destId="{4E308C1E-33D7-4DB3-B3BE-A3EF72AB3AD1}" srcOrd="0" destOrd="0" presId="urn:microsoft.com/office/officeart/2005/8/layout/hierarchy2"/>
    <dgm:cxn modelId="{4208826D-ED86-4EEA-A758-882C55BC34D1}" type="presOf" srcId="{1A85B1F3-755C-4571-80B8-D4630E7DC63E}" destId="{A9997D3D-B04C-4F96-98E1-3EEB211591FE}" srcOrd="1" destOrd="0" presId="urn:microsoft.com/office/officeart/2005/8/layout/hierarchy2"/>
    <dgm:cxn modelId="{27614A4F-7B82-4685-BA87-72B3B06B3853}" type="presOf" srcId="{C4850787-0C98-47E1-A3C4-47F363FAA76F}" destId="{DD2C52C0-90F5-4BEE-AA1E-5CBAF3633B1E}" srcOrd="1" destOrd="0" presId="urn:microsoft.com/office/officeart/2005/8/layout/hierarchy2"/>
    <dgm:cxn modelId="{2DCCD277-2459-4FB4-81DE-FD246F5E9E5B}" type="presOf" srcId="{84053A39-498B-423A-826F-BF0A585BCE35}" destId="{025A155B-D776-4DF4-8646-C9CB82074050}" srcOrd="0" destOrd="0" presId="urn:microsoft.com/office/officeart/2005/8/layout/hierarchy2"/>
    <dgm:cxn modelId="{682EC558-9BF5-4E7D-8427-7B615CC03692}" type="presOf" srcId="{2BEA8701-F81D-4020-913E-504FE9651CFB}" destId="{5732B2CC-8F1B-43A6-ADEB-BE93CE8764BB}" srcOrd="0" destOrd="0" presId="urn:microsoft.com/office/officeart/2005/8/layout/hierarchy2"/>
    <dgm:cxn modelId="{A97B9E7D-9528-4ECB-BF30-5B0EB4E04F94}" type="presOf" srcId="{8E593330-EA8C-4FF2-9F19-07450190A7B5}" destId="{380B2369-7A84-4C2B-91B4-54482149F09F}" srcOrd="0" destOrd="0" presId="urn:microsoft.com/office/officeart/2005/8/layout/hierarchy2"/>
    <dgm:cxn modelId="{B371CA8A-C3AB-4B7E-ADC3-0B52301CD085}" type="presOf" srcId="{5AED5B6B-C363-47FC-AA1F-53774CC8B703}" destId="{F0AD9BF5-931C-4FD0-A3DF-4FEFAABDD85F}" srcOrd="1" destOrd="0" presId="urn:microsoft.com/office/officeart/2005/8/layout/hierarchy2"/>
    <dgm:cxn modelId="{0835CE96-60FD-4A50-90DC-B269D84AD62F}" type="presOf" srcId="{033CAB19-B73E-4BAC-93F6-C33B9C6E4357}" destId="{A6135BC2-3374-46DD-AA06-B4FAA3FE0625}" srcOrd="0" destOrd="0" presId="urn:microsoft.com/office/officeart/2005/8/layout/hierarchy2"/>
    <dgm:cxn modelId="{9CA35D97-26CD-4327-892E-CBAEB4674C55}" type="presOf" srcId="{D020C4A7-7F13-4C5A-885D-CB1F3433EE1D}" destId="{4BE52F9B-2F7E-4C50-965B-72EA258B4978}" srcOrd="0" destOrd="0" presId="urn:microsoft.com/office/officeart/2005/8/layout/hierarchy2"/>
    <dgm:cxn modelId="{1C2BB699-FEEB-413B-BA10-BBF701BA4D93}" srcId="{874225C2-D487-4218-94B9-3371AB7AB5B3}" destId="{8E593330-EA8C-4FF2-9F19-07450190A7B5}" srcOrd="2" destOrd="0" parTransId="{B7201009-1CE0-4763-A1D0-4DB1549DEDFE}" sibTransId="{C3A94149-2EFD-4B2F-8F10-1A5A9DA7E92C}"/>
    <dgm:cxn modelId="{CE1ECF99-80AC-4229-8E17-CB6A9C15629D}" type="presOf" srcId="{1283ACA6-9B53-4354-8418-018B56BE56E4}" destId="{F230BA30-A24C-4BCC-A622-99A10582C7F2}" srcOrd="1" destOrd="0" presId="urn:microsoft.com/office/officeart/2005/8/layout/hierarchy2"/>
    <dgm:cxn modelId="{0C8FE6A3-3F50-4948-AC50-10F995AFB8A1}" type="presOf" srcId="{C4850787-0C98-47E1-A3C4-47F363FAA76F}" destId="{2BBE48AB-251D-4D1F-8D66-B11622928BF1}" srcOrd="0" destOrd="0" presId="urn:microsoft.com/office/officeart/2005/8/layout/hierarchy2"/>
    <dgm:cxn modelId="{5DA1FDB5-9A6B-449F-B6C3-446ED45D0DAC}" type="presOf" srcId="{B7201009-1CE0-4763-A1D0-4DB1549DEDFE}" destId="{D28596FF-5C2C-4BC7-9301-67D38B404525}" srcOrd="1" destOrd="0" presId="urn:microsoft.com/office/officeart/2005/8/layout/hierarchy2"/>
    <dgm:cxn modelId="{6D8087B6-FE81-48D9-B27D-D4A3A41082C7}" type="presOf" srcId="{1A85B1F3-755C-4571-80B8-D4630E7DC63E}" destId="{5B79E6FB-ECCD-4904-9A35-BE7F90815DE7}" srcOrd="0" destOrd="0" presId="urn:microsoft.com/office/officeart/2005/8/layout/hierarchy2"/>
    <dgm:cxn modelId="{84A48DB6-C97D-48E2-986B-3163E930A7BB}" srcId="{6C80CCFC-0307-421D-88B5-A2BA5A6D8EC0}" destId="{34BB49E3-2E9F-4946-8CEA-81A13E0B16B6}" srcOrd="0" destOrd="0" parTransId="{5AED5B6B-C363-47FC-AA1F-53774CC8B703}" sibTransId="{D58F54C2-945E-41EF-9DF1-0FBF66E87123}"/>
    <dgm:cxn modelId="{DF94F7BD-7EF1-4A28-A991-C63C4945CF4D}" type="presOf" srcId="{5E6893B7-672D-4E65-BAAD-17316F7032EC}" destId="{B4F2702B-B22B-4B44-A932-FB0C4F9F22FC}" srcOrd="1" destOrd="0" presId="urn:microsoft.com/office/officeart/2005/8/layout/hierarchy2"/>
    <dgm:cxn modelId="{8B92BDBF-05E1-4FD6-B62F-C7053CAD550D}" srcId="{76AE987E-814E-4782-A3AE-671CBAD2C74E}" destId="{874225C2-D487-4218-94B9-3371AB7AB5B3}" srcOrd="1" destOrd="0" parTransId="{34B1AD27-9681-4057-9227-D8DC47D36D7A}" sibTransId="{211AB870-0537-4A90-AC2A-C72DFD816685}"/>
    <dgm:cxn modelId="{1B21ADC4-A002-4EE6-9A0E-9C43D0D9CBCB}" type="presOf" srcId="{A709E0DD-0408-4105-8A3F-D8E047FFD507}" destId="{C9626A89-6453-4276-96D5-9649E0341E49}" srcOrd="0" destOrd="0" presId="urn:microsoft.com/office/officeart/2005/8/layout/hierarchy2"/>
    <dgm:cxn modelId="{F7F7CEC9-8B34-4054-9E88-19D77B79FA4E}" type="presOf" srcId="{5E6893B7-672D-4E65-BAAD-17316F7032EC}" destId="{9999F055-8A07-4550-8900-5A814D02F99E}" srcOrd="0" destOrd="0" presId="urn:microsoft.com/office/officeart/2005/8/layout/hierarchy2"/>
    <dgm:cxn modelId="{BB98D6D5-3CBD-4D9B-9C5B-5AAABD5C7AAB}" type="presOf" srcId="{B7201009-1CE0-4763-A1D0-4DB1549DEDFE}" destId="{5A2DEBDC-E98F-492D-8C81-605162F6BDE5}" srcOrd="0" destOrd="0" presId="urn:microsoft.com/office/officeart/2005/8/layout/hierarchy2"/>
    <dgm:cxn modelId="{6D5831DD-1991-4E14-9693-6FFB17D7AB77}" srcId="{D020C4A7-7F13-4C5A-885D-CB1F3433EE1D}" destId="{B745F376-9881-4AED-AE80-C02C4B0171BF}" srcOrd="0" destOrd="0" parTransId="{1A85B1F3-755C-4571-80B8-D4630E7DC63E}" sibTransId="{AE9F6B13-D20A-4AB8-BF26-D7A672EC20F1}"/>
    <dgm:cxn modelId="{2AC433E4-53A9-4FC5-A565-415396672629}" srcId="{A709E0DD-0408-4105-8A3F-D8E047FFD507}" destId="{76AE987E-814E-4782-A3AE-671CBAD2C74E}" srcOrd="0" destOrd="0" parTransId="{F7034C90-D50A-41F9-8A85-631CB91956F5}" sibTransId="{98919483-895A-4ED0-A182-ECF3AFEA8282}"/>
    <dgm:cxn modelId="{BA3244F4-727C-4B6C-85A1-03F3F0F5464A}" type="presOf" srcId="{34B1AD27-9681-4057-9227-D8DC47D36D7A}" destId="{C39319C1-F0C9-4BBF-9936-C72F59F10C7E}" srcOrd="1" destOrd="0" presId="urn:microsoft.com/office/officeart/2005/8/layout/hierarchy2"/>
    <dgm:cxn modelId="{C365E03A-BAF7-4F52-ABB2-4D10DE606D62}" type="presParOf" srcId="{C9626A89-6453-4276-96D5-9649E0341E49}" destId="{1263894E-724A-488C-BA40-99D86076EA00}" srcOrd="0" destOrd="0" presId="urn:microsoft.com/office/officeart/2005/8/layout/hierarchy2"/>
    <dgm:cxn modelId="{E3C184EA-11FF-41E7-9073-C3AABAA91127}" type="presParOf" srcId="{1263894E-724A-488C-BA40-99D86076EA00}" destId="{AE48424F-DE92-4A09-8A24-46C996EF0F48}" srcOrd="0" destOrd="0" presId="urn:microsoft.com/office/officeart/2005/8/layout/hierarchy2"/>
    <dgm:cxn modelId="{F74A4211-B46A-4A4E-910A-F983256FFE1A}" type="presParOf" srcId="{1263894E-724A-488C-BA40-99D86076EA00}" destId="{D356B372-A76D-4055-8C57-406A914118C6}" srcOrd="1" destOrd="0" presId="urn:microsoft.com/office/officeart/2005/8/layout/hierarchy2"/>
    <dgm:cxn modelId="{363C81D3-503A-4AA9-B0BB-023FF92D7A00}" type="presParOf" srcId="{D356B372-A76D-4055-8C57-406A914118C6}" destId="{4E308C1E-33D7-4DB3-B3BE-A3EF72AB3AD1}" srcOrd="0" destOrd="0" presId="urn:microsoft.com/office/officeart/2005/8/layout/hierarchy2"/>
    <dgm:cxn modelId="{F4EC421E-6148-47F5-B4D2-901C9EB2D096}" type="presParOf" srcId="{4E308C1E-33D7-4DB3-B3BE-A3EF72AB3AD1}" destId="{F230BA30-A24C-4BCC-A622-99A10582C7F2}" srcOrd="0" destOrd="0" presId="urn:microsoft.com/office/officeart/2005/8/layout/hierarchy2"/>
    <dgm:cxn modelId="{69A92939-CB96-4D85-89EB-2D71E65C0577}" type="presParOf" srcId="{D356B372-A76D-4055-8C57-406A914118C6}" destId="{0361E011-1EBD-4FD9-8585-502ED13CBDFF}" srcOrd="1" destOrd="0" presId="urn:microsoft.com/office/officeart/2005/8/layout/hierarchy2"/>
    <dgm:cxn modelId="{7654584F-C52B-4277-A9A7-564742D0FF56}" type="presParOf" srcId="{0361E011-1EBD-4FD9-8585-502ED13CBDFF}" destId="{4BE52F9B-2F7E-4C50-965B-72EA258B4978}" srcOrd="0" destOrd="0" presId="urn:microsoft.com/office/officeart/2005/8/layout/hierarchy2"/>
    <dgm:cxn modelId="{A9485C5E-9F22-4106-A331-AD83C26FF84E}" type="presParOf" srcId="{0361E011-1EBD-4FD9-8585-502ED13CBDFF}" destId="{9FCB7B73-4F85-4BD4-844A-291F1CDC741A}" srcOrd="1" destOrd="0" presId="urn:microsoft.com/office/officeart/2005/8/layout/hierarchy2"/>
    <dgm:cxn modelId="{5B038059-F434-44F0-9F98-FCCCD2E3D4C0}" type="presParOf" srcId="{9FCB7B73-4F85-4BD4-844A-291F1CDC741A}" destId="{5B79E6FB-ECCD-4904-9A35-BE7F90815DE7}" srcOrd="0" destOrd="0" presId="urn:microsoft.com/office/officeart/2005/8/layout/hierarchy2"/>
    <dgm:cxn modelId="{D7ED0880-4331-4154-A68E-CDF8502DB0BD}" type="presParOf" srcId="{5B79E6FB-ECCD-4904-9A35-BE7F90815DE7}" destId="{A9997D3D-B04C-4F96-98E1-3EEB211591FE}" srcOrd="0" destOrd="0" presId="urn:microsoft.com/office/officeart/2005/8/layout/hierarchy2"/>
    <dgm:cxn modelId="{C8208CB6-E7B2-4C50-BC1E-54761A350692}" type="presParOf" srcId="{9FCB7B73-4F85-4BD4-844A-291F1CDC741A}" destId="{7D0232F7-1D3B-4A79-98CD-C4E4C0DAFF15}" srcOrd="1" destOrd="0" presId="urn:microsoft.com/office/officeart/2005/8/layout/hierarchy2"/>
    <dgm:cxn modelId="{E230126C-D34C-4F9E-96AA-8198E744BB5B}" type="presParOf" srcId="{7D0232F7-1D3B-4A79-98CD-C4E4C0DAFF15}" destId="{374E7B3D-7327-4A58-BA54-56CEA43E2F0C}" srcOrd="0" destOrd="0" presId="urn:microsoft.com/office/officeart/2005/8/layout/hierarchy2"/>
    <dgm:cxn modelId="{E406A376-6631-496D-9894-AD4D626F4475}" type="presParOf" srcId="{7D0232F7-1D3B-4A79-98CD-C4E4C0DAFF15}" destId="{0EAD4AE0-FFE4-4456-897B-F5A56A0F45C7}" srcOrd="1" destOrd="0" presId="urn:microsoft.com/office/officeart/2005/8/layout/hierarchy2"/>
    <dgm:cxn modelId="{E200F669-29B6-4C8B-A00E-B2F8F4386078}" type="presParOf" srcId="{9FCB7B73-4F85-4BD4-844A-291F1CDC741A}" destId="{9999F055-8A07-4550-8900-5A814D02F99E}" srcOrd="2" destOrd="0" presId="urn:microsoft.com/office/officeart/2005/8/layout/hierarchy2"/>
    <dgm:cxn modelId="{BF347B6F-7ECA-40D7-B5B6-702C0F7D8183}" type="presParOf" srcId="{9999F055-8A07-4550-8900-5A814D02F99E}" destId="{B4F2702B-B22B-4B44-A932-FB0C4F9F22FC}" srcOrd="0" destOrd="0" presId="urn:microsoft.com/office/officeart/2005/8/layout/hierarchy2"/>
    <dgm:cxn modelId="{0558A49F-EF64-4668-AB04-188B0BFAA854}" type="presParOf" srcId="{9FCB7B73-4F85-4BD4-844A-291F1CDC741A}" destId="{31FCD4F3-849B-4107-AED8-4F8AFC18AC4B}" srcOrd="3" destOrd="0" presId="urn:microsoft.com/office/officeart/2005/8/layout/hierarchy2"/>
    <dgm:cxn modelId="{3BBF7E2A-F23D-43B0-8890-4BEA971F482D}" type="presParOf" srcId="{31FCD4F3-849B-4107-AED8-4F8AFC18AC4B}" destId="{025A155B-D776-4DF4-8646-C9CB82074050}" srcOrd="0" destOrd="0" presId="urn:microsoft.com/office/officeart/2005/8/layout/hierarchy2"/>
    <dgm:cxn modelId="{08058054-B86C-4C56-9E05-9AAE1A0D9C85}" type="presParOf" srcId="{31FCD4F3-849B-4107-AED8-4F8AFC18AC4B}" destId="{A1CA478F-962D-473B-912D-CB1D4A395E18}" srcOrd="1" destOrd="0" presId="urn:microsoft.com/office/officeart/2005/8/layout/hierarchy2"/>
    <dgm:cxn modelId="{1684CF2B-21FF-4C64-8A5F-ACFBF610613E}" type="presParOf" srcId="{D356B372-A76D-4055-8C57-406A914118C6}" destId="{8CA9805B-F42D-4536-AF44-868A292C9637}" srcOrd="2" destOrd="0" presId="urn:microsoft.com/office/officeart/2005/8/layout/hierarchy2"/>
    <dgm:cxn modelId="{1D0E4B34-D13D-477F-9A7B-42250DE8CAE1}" type="presParOf" srcId="{8CA9805B-F42D-4536-AF44-868A292C9637}" destId="{C39319C1-F0C9-4BBF-9936-C72F59F10C7E}" srcOrd="0" destOrd="0" presId="urn:microsoft.com/office/officeart/2005/8/layout/hierarchy2"/>
    <dgm:cxn modelId="{D97D69A8-07B8-46E4-9223-0FBF438FC757}" type="presParOf" srcId="{D356B372-A76D-4055-8C57-406A914118C6}" destId="{BBFB49B6-CE4D-4074-9C2D-B7A50CD7CC47}" srcOrd="3" destOrd="0" presId="urn:microsoft.com/office/officeart/2005/8/layout/hierarchy2"/>
    <dgm:cxn modelId="{2D715540-3EC9-4A3C-8622-3858797DB5B5}" type="presParOf" srcId="{BBFB49B6-CE4D-4074-9C2D-B7A50CD7CC47}" destId="{5020EE6D-5548-4A7C-927D-1A66BA37C777}" srcOrd="0" destOrd="0" presId="urn:microsoft.com/office/officeart/2005/8/layout/hierarchy2"/>
    <dgm:cxn modelId="{3D8C5D7E-AAFE-41BD-B547-494B517960FC}" type="presParOf" srcId="{BBFB49B6-CE4D-4074-9C2D-B7A50CD7CC47}" destId="{915FA823-32E4-4870-9D77-C6DB658A93CA}" srcOrd="1" destOrd="0" presId="urn:microsoft.com/office/officeart/2005/8/layout/hierarchy2"/>
    <dgm:cxn modelId="{06DD59D2-FC37-45CC-BAF7-DC5DBA7F1AED}" type="presParOf" srcId="{915FA823-32E4-4870-9D77-C6DB658A93CA}" destId="{5732B2CC-8F1B-43A6-ADEB-BE93CE8764BB}" srcOrd="0" destOrd="0" presId="urn:microsoft.com/office/officeart/2005/8/layout/hierarchy2"/>
    <dgm:cxn modelId="{BA4F6FD9-65E0-47D6-A2E5-FDE7D708F170}" type="presParOf" srcId="{5732B2CC-8F1B-43A6-ADEB-BE93CE8764BB}" destId="{19314F51-CBA9-4B0E-8FC8-50C1A85AE5D7}" srcOrd="0" destOrd="0" presId="urn:microsoft.com/office/officeart/2005/8/layout/hierarchy2"/>
    <dgm:cxn modelId="{B0C4D1A4-97E0-437C-888C-2C51B1248A36}" type="presParOf" srcId="{915FA823-32E4-4870-9D77-C6DB658A93CA}" destId="{445880DF-E25A-4228-81A6-5BB25689FD3D}" srcOrd="1" destOrd="0" presId="urn:microsoft.com/office/officeart/2005/8/layout/hierarchy2"/>
    <dgm:cxn modelId="{785229C2-28F6-41BF-A3CA-851326DEF949}" type="presParOf" srcId="{445880DF-E25A-4228-81A6-5BB25689FD3D}" destId="{A6135BC2-3374-46DD-AA06-B4FAA3FE0625}" srcOrd="0" destOrd="0" presId="urn:microsoft.com/office/officeart/2005/8/layout/hierarchy2"/>
    <dgm:cxn modelId="{9A3B4296-639A-4007-8A54-74E597B1277F}" type="presParOf" srcId="{445880DF-E25A-4228-81A6-5BB25689FD3D}" destId="{7B72E39A-E30D-498F-AA82-B5AA0658CBBF}" srcOrd="1" destOrd="0" presId="urn:microsoft.com/office/officeart/2005/8/layout/hierarchy2"/>
    <dgm:cxn modelId="{5A072CE3-5426-42D1-A4B6-0FC0060B8418}" type="presParOf" srcId="{915FA823-32E4-4870-9D77-C6DB658A93CA}" destId="{2BBE48AB-251D-4D1F-8D66-B11622928BF1}" srcOrd="2" destOrd="0" presId="urn:microsoft.com/office/officeart/2005/8/layout/hierarchy2"/>
    <dgm:cxn modelId="{D239F91A-90AE-46F5-A6D6-B7F2896A3B84}" type="presParOf" srcId="{2BBE48AB-251D-4D1F-8D66-B11622928BF1}" destId="{DD2C52C0-90F5-4BEE-AA1E-5CBAF3633B1E}" srcOrd="0" destOrd="0" presId="urn:microsoft.com/office/officeart/2005/8/layout/hierarchy2"/>
    <dgm:cxn modelId="{65540DAC-3016-4ED5-9AC3-2117AA6717D8}" type="presParOf" srcId="{915FA823-32E4-4870-9D77-C6DB658A93CA}" destId="{35B88BEC-8065-489C-98AF-A5DF1930D1F3}" srcOrd="3" destOrd="0" presId="urn:microsoft.com/office/officeart/2005/8/layout/hierarchy2"/>
    <dgm:cxn modelId="{6B56794E-8FD5-48C6-B06E-DBBAEB400151}" type="presParOf" srcId="{35B88BEC-8065-489C-98AF-A5DF1930D1F3}" destId="{E88893FC-3158-4CF0-8ADA-8C30B79D192D}" srcOrd="0" destOrd="0" presId="urn:microsoft.com/office/officeart/2005/8/layout/hierarchy2"/>
    <dgm:cxn modelId="{4712265F-2CDE-48ED-A91A-7BEB0B10EADE}" type="presParOf" srcId="{35B88BEC-8065-489C-98AF-A5DF1930D1F3}" destId="{A84581F5-9DF2-4C21-BCD4-7D7DA074224A}" srcOrd="1" destOrd="0" presId="urn:microsoft.com/office/officeart/2005/8/layout/hierarchy2"/>
    <dgm:cxn modelId="{73D9AB0E-127E-49D9-9D25-AD88BFD76D45}" type="presParOf" srcId="{A84581F5-9DF2-4C21-BCD4-7D7DA074224A}" destId="{8BA74F2A-06C6-4E54-B79F-F369BCAF62DB}" srcOrd="0" destOrd="0" presId="urn:microsoft.com/office/officeart/2005/8/layout/hierarchy2"/>
    <dgm:cxn modelId="{608B567E-8346-45BB-A6FC-C00988602894}" type="presParOf" srcId="{8BA74F2A-06C6-4E54-B79F-F369BCAF62DB}" destId="{F0AD9BF5-931C-4FD0-A3DF-4FEFAABDD85F}" srcOrd="0" destOrd="0" presId="urn:microsoft.com/office/officeart/2005/8/layout/hierarchy2"/>
    <dgm:cxn modelId="{6362C796-5679-4236-9085-509CB8453152}" type="presParOf" srcId="{A84581F5-9DF2-4C21-BCD4-7D7DA074224A}" destId="{EDE3E275-BC50-451E-B4C4-993C34F1D65D}" srcOrd="1" destOrd="0" presId="urn:microsoft.com/office/officeart/2005/8/layout/hierarchy2"/>
    <dgm:cxn modelId="{C035304E-A2F0-42AE-BDED-76A177DD0D93}" type="presParOf" srcId="{EDE3E275-BC50-451E-B4C4-993C34F1D65D}" destId="{712F5D76-0A17-46B5-9744-DB2734C583CB}" srcOrd="0" destOrd="0" presId="urn:microsoft.com/office/officeart/2005/8/layout/hierarchy2"/>
    <dgm:cxn modelId="{34D365A7-98F1-4DE0-8F5D-568F39A5CB20}" type="presParOf" srcId="{EDE3E275-BC50-451E-B4C4-993C34F1D65D}" destId="{17D2F1B9-2E04-43BC-A839-713D56AECB4E}" srcOrd="1" destOrd="0" presId="urn:microsoft.com/office/officeart/2005/8/layout/hierarchy2"/>
    <dgm:cxn modelId="{B67FB960-6EAB-41A0-B545-422A059E2AD8}" type="presParOf" srcId="{915FA823-32E4-4870-9D77-C6DB658A93CA}" destId="{5A2DEBDC-E98F-492D-8C81-605162F6BDE5}" srcOrd="4" destOrd="0" presId="urn:microsoft.com/office/officeart/2005/8/layout/hierarchy2"/>
    <dgm:cxn modelId="{FE474A8D-3CC2-4DD4-96FC-B1FE4CBB1B28}" type="presParOf" srcId="{5A2DEBDC-E98F-492D-8C81-605162F6BDE5}" destId="{D28596FF-5C2C-4BC7-9301-67D38B404525}" srcOrd="0" destOrd="0" presId="urn:microsoft.com/office/officeart/2005/8/layout/hierarchy2"/>
    <dgm:cxn modelId="{9C566864-A86F-48E0-8DF6-F36DD36899E5}" type="presParOf" srcId="{915FA823-32E4-4870-9D77-C6DB658A93CA}" destId="{A9B5FB21-2939-416F-91B3-A295AB31A34D}" srcOrd="5" destOrd="0" presId="urn:microsoft.com/office/officeart/2005/8/layout/hierarchy2"/>
    <dgm:cxn modelId="{01421177-4382-40DE-964F-039F7C1FD1CB}" type="presParOf" srcId="{A9B5FB21-2939-416F-91B3-A295AB31A34D}" destId="{380B2369-7A84-4C2B-91B4-54482149F09F}" srcOrd="0" destOrd="0" presId="urn:microsoft.com/office/officeart/2005/8/layout/hierarchy2"/>
    <dgm:cxn modelId="{E1E65BED-49E2-47C1-BE56-BAF9B92CA23D}" type="presParOf" srcId="{A9B5FB21-2939-416F-91B3-A295AB31A34D}" destId="{BBABA914-1FB7-4CC1-97D5-63323197240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8424F-DE92-4A09-8A24-46C996EF0F48}">
      <dsp:nvSpPr>
        <dsp:cNvPr id="0" name=""/>
        <dsp:cNvSpPr/>
      </dsp:nvSpPr>
      <dsp:spPr>
        <a:xfrm>
          <a:off x="228694" y="1979430"/>
          <a:ext cx="1965533" cy="982766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DB</a:t>
          </a:r>
          <a:endParaRPr lang="es-SV" sz="1900" kern="1200" dirty="0"/>
        </a:p>
      </dsp:txBody>
      <dsp:txXfrm>
        <a:off x="257478" y="2008214"/>
        <a:ext cx="1907965" cy="925198"/>
      </dsp:txXfrm>
    </dsp:sp>
    <dsp:sp modelId="{4E308C1E-33D7-4DB3-B3BE-A3EF72AB3AD1}">
      <dsp:nvSpPr>
        <dsp:cNvPr id="0" name=""/>
        <dsp:cNvSpPr/>
      </dsp:nvSpPr>
      <dsp:spPr>
        <a:xfrm rot="17945813">
          <a:off x="1778951" y="1748388"/>
          <a:ext cx="161676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616764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2546914" y="1724031"/>
        <a:ext cx="80838" cy="80838"/>
      </dsp:txXfrm>
    </dsp:sp>
    <dsp:sp modelId="{4BE52F9B-2F7E-4C50-965B-72EA258B4978}">
      <dsp:nvSpPr>
        <dsp:cNvPr id="0" name=""/>
        <dsp:cNvSpPr/>
      </dsp:nvSpPr>
      <dsp:spPr>
        <a:xfrm>
          <a:off x="2980440" y="566704"/>
          <a:ext cx="1965533" cy="982766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Cliente anónimo</a:t>
          </a:r>
          <a:endParaRPr lang="es-SV" sz="1900" kern="1200" dirty="0"/>
        </a:p>
      </dsp:txBody>
      <dsp:txXfrm>
        <a:off x="3009224" y="595488"/>
        <a:ext cx="1907965" cy="925198"/>
      </dsp:txXfrm>
    </dsp:sp>
    <dsp:sp modelId="{5B79E6FB-ECCD-4904-9A35-BE7F90815DE7}">
      <dsp:nvSpPr>
        <dsp:cNvPr id="0" name=""/>
        <dsp:cNvSpPr/>
      </dsp:nvSpPr>
      <dsp:spPr>
        <a:xfrm rot="19457599">
          <a:off x="4854967" y="759479"/>
          <a:ext cx="96822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68224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5314874" y="751336"/>
        <a:ext cx="48411" cy="48411"/>
      </dsp:txXfrm>
    </dsp:sp>
    <dsp:sp modelId="{374E7B3D-7327-4A58-BA54-56CEA43E2F0C}">
      <dsp:nvSpPr>
        <dsp:cNvPr id="0" name=""/>
        <dsp:cNvSpPr/>
      </dsp:nvSpPr>
      <dsp:spPr>
        <a:xfrm>
          <a:off x="5732186" y="1613"/>
          <a:ext cx="1965533" cy="982766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Home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Publicidad</a:t>
          </a:r>
          <a:endParaRPr lang="es-SV" sz="1900" kern="1200" dirty="0"/>
        </a:p>
      </dsp:txBody>
      <dsp:txXfrm>
        <a:off x="5760970" y="30397"/>
        <a:ext cx="1907965" cy="925198"/>
      </dsp:txXfrm>
    </dsp:sp>
    <dsp:sp modelId="{9999F055-8A07-4550-8900-5A814D02F99E}">
      <dsp:nvSpPr>
        <dsp:cNvPr id="0" name=""/>
        <dsp:cNvSpPr/>
      </dsp:nvSpPr>
      <dsp:spPr>
        <a:xfrm rot="2142401">
          <a:off x="4854967" y="1324570"/>
          <a:ext cx="96822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68224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5314874" y="1316427"/>
        <a:ext cx="48411" cy="48411"/>
      </dsp:txXfrm>
    </dsp:sp>
    <dsp:sp modelId="{025A155B-D776-4DF4-8646-C9CB82074050}">
      <dsp:nvSpPr>
        <dsp:cNvPr id="0" name=""/>
        <dsp:cNvSpPr/>
      </dsp:nvSpPr>
      <dsp:spPr>
        <a:xfrm>
          <a:off x="5732186" y="1131794"/>
          <a:ext cx="1965533" cy="982766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Lista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Estaciones de servicio</a:t>
          </a:r>
          <a:endParaRPr lang="es-SV" sz="1900" kern="1200" dirty="0"/>
        </a:p>
      </dsp:txBody>
      <dsp:txXfrm>
        <a:off x="5760970" y="1160578"/>
        <a:ext cx="1907965" cy="925198"/>
      </dsp:txXfrm>
    </dsp:sp>
    <dsp:sp modelId="{8CA9805B-F42D-4536-AF44-868A292C9637}">
      <dsp:nvSpPr>
        <dsp:cNvPr id="0" name=""/>
        <dsp:cNvSpPr/>
      </dsp:nvSpPr>
      <dsp:spPr>
        <a:xfrm rot="3654187">
          <a:off x="1778951" y="3161115"/>
          <a:ext cx="161676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616764" y="16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2546914" y="3136758"/>
        <a:ext cx="80838" cy="80838"/>
      </dsp:txXfrm>
    </dsp:sp>
    <dsp:sp modelId="{5020EE6D-5548-4A7C-927D-1A66BA37C777}">
      <dsp:nvSpPr>
        <dsp:cNvPr id="0" name=""/>
        <dsp:cNvSpPr/>
      </dsp:nvSpPr>
      <dsp:spPr>
        <a:xfrm>
          <a:off x="2980440" y="3392157"/>
          <a:ext cx="1965533" cy="982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Cliente autenticado</a:t>
          </a:r>
          <a:endParaRPr lang="es-SV" sz="1900" kern="1200" dirty="0"/>
        </a:p>
      </dsp:txBody>
      <dsp:txXfrm>
        <a:off x="3009224" y="3420941"/>
        <a:ext cx="1907965" cy="925198"/>
      </dsp:txXfrm>
    </dsp:sp>
    <dsp:sp modelId="{5732B2CC-8F1B-43A6-ADEB-BE93CE8764BB}">
      <dsp:nvSpPr>
        <dsp:cNvPr id="0" name=""/>
        <dsp:cNvSpPr/>
      </dsp:nvSpPr>
      <dsp:spPr>
        <a:xfrm rot="18289469">
          <a:off x="4650704" y="3302388"/>
          <a:ext cx="137675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376750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5304661" y="3284031"/>
        <a:ext cx="68837" cy="68837"/>
      </dsp:txXfrm>
    </dsp:sp>
    <dsp:sp modelId="{A6135BC2-3374-46DD-AA06-B4FAA3FE0625}">
      <dsp:nvSpPr>
        <dsp:cNvPr id="0" name=""/>
        <dsp:cNvSpPr/>
      </dsp:nvSpPr>
      <dsp:spPr>
        <a:xfrm>
          <a:off x="5732186" y="2261976"/>
          <a:ext cx="1965533" cy="982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Home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Publicidad</a:t>
          </a:r>
          <a:endParaRPr lang="es-SV" sz="1900" kern="1200" dirty="0"/>
        </a:p>
      </dsp:txBody>
      <dsp:txXfrm>
        <a:off x="5760970" y="2290760"/>
        <a:ext cx="1907965" cy="925198"/>
      </dsp:txXfrm>
    </dsp:sp>
    <dsp:sp modelId="{2BBE48AB-251D-4D1F-8D66-B11622928BF1}">
      <dsp:nvSpPr>
        <dsp:cNvPr id="0" name=""/>
        <dsp:cNvSpPr/>
      </dsp:nvSpPr>
      <dsp:spPr>
        <a:xfrm rot="3152497">
          <a:off x="4692719" y="4380556"/>
          <a:ext cx="12927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92720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5306761" y="4364300"/>
        <a:ext cx="64636" cy="64636"/>
      </dsp:txXfrm>
    </dsp:sp>
    <dsp:sp modelId="{E88893FC-3158-4CF0-8ADA-8C30B79D192D}">
      <dsp:nvSpPr>
        <dsp:cNvPr id="0" name=""/>
        <dsp:cNvSpPr/>
      </dsp:nvSpPr>
      <dsp:spPr>
        <a:xfrm>
          <a:off x="5732186" y="4418313"/>
          <a:ext cx="1965533" cy="982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Autenticación</a:t>
          </a:r>
          <a:endParaRPr lang="es-SV" sz="1900" kern="1200" dirty="0"/>
        </a:p>
      </dsp:txBody>
      <dsp:txXfrm>
        <a:off x="5760970" y="4447097"/>
        <a:ext cx="1907965" cy="925198"/>
      </dsp:txXfrm>
    </dsp:sp>
    <dsp:sp modelId="{8BA74F2A-06C6-4E54-B79F-F369BCAF62DB}">
      <dsp:nvSpPr>
        <dsp:cNvPr id="0" name=""/>
        <dsp:cNvSpPr/>
      </dsp:nvSpPr>
      <dsp:spPr>
        <a:xfrm rot="50326">
          <a:off x="7697682" y="4898720"/>
          <a:ext cx="69485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94851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8027736" y="4897411"/>
        <a:ext cx="34742" cy="34742"/>
      </dsp:txXfrm>
    </dsp:sp>
    <dsp:sp modelId="{712F5D76-0A17-46B5-9744-DB2734C583CB}">
      <dsp:nvSpPr>
        <dsp:cNvPr id="0" name=""/>
        <dsp:cNvSpPr/>
      </dsp:nvSpPr>
      <dsp:spPr>
        <a:xfrm>
          <a:off x="8392496" y="4428485"/>
          <a:ext cx="1965533" cy="982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Actualización de precios</a:t>
          </a:r>
          <a:endParaRPr lang="es-SV" sz="1900" kern="1200" dirty="0"/>
        </a:p>
      </dsp:txBody>
      <dsp:txXfrm>
        <a:off x="8421280" y="4457269"/>
        <a:ext cx="1907965" cy="925198"/>
      </dsp:txXfrm>
    </dsp:sp>
    <dsp:sp modelId="{5A2DEBDC-E98F-492D-8C81-605162F6BDE5}">
      <dsp:nvSpPr>
        <dsp:cNvPr id="0" name=""/>
        <dsp:cNvSpPr/>
      </dsp:nvSpPr>
      <dsp:spPr>
        <a:xfrm rot="21477367">
          <a:off x="4945723" y="3853449"/>
          <a:ext cx="786713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86713" y="160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SV" sz="500" kern="1200"/>
        </a:p>
      </dsp:txBody>
      <dsp:txXfrm>
        <a:off x="5319412" y="3849844"/>
        <a:ext cx="39335" cy="39335"/>
      </dsp:txXfrm>
    </dsp:sp>
    <dsp:sp modelId="{380B2369-7A84-4C2B-91B4-54482149F09F}">
      <dsp:nvSpPr>
        <dsp:cNvPr id="0" name=""/>
        <dsp:cNvSpPr/>
      </dsp:nvSpPr>
      <dsp:spPr>
        <a:xfrm>
          <a:off x="5732186" y="3364099"/>
          <a:ext cx="1965533" cy="9827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dirty="0"/>
            <a:t>Creación nuevo usuario</a:t>
          </a:r>
          <a:endParaRPr lang="es-SV" sz="1900" kern="1200" dirty="0"/>
        </a:p>
      </dsp:txBody>
      <dsp:txXfrm>
        <a:off x="5760970" y="3392883"/>
        <a:ext cx="1907965" cy="925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475BA-5FDE-D949-F24C-8D8521E04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BAEDEB-7C23-7D2C-16FF-C9A43B5F8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0FF11F-8640-4EF5-7357-BDF49FC8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909EB1-3CA5-941F-61DC-687B5C5C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46DFA0-C376-32E6-BBB0-A48E9DAC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02406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56E0A-29C0-4918-8CF7-89A765D5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651608-2DFE-20F6-2F0B-CDE3E6921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20F33D-EFFD-EB14-E75C-BA0858643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500983-E6C4-4C1C-0A28-27AE5CFF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BE8989-BCA1-EF73-B403-819EEB27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31471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DAD69-7C54-7EA9-6A6E-28447B8EE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8CBF96-EFDF-E0FF-3D76-E0165CFA5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A6DA50-75B5-DCA5-6D22-2362C4F0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E55D7-422F-14F0-F731-FACED881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AC12C4-B685-A5B8-D0FF-D48A6E4B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76853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CE9D5-E037-11C0-07C3-9090C093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D4B0CB-80F8-3264-EF47-E15C13149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AC3BC2-05E6-F20F-3691-6082CDBB1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E6D49B-D6B1-9BB1-62B8-0FA8C3C8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8DD784-5656-FD29-50A0-E5C2C23A6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C17370-8B98-8F1F-82A5-839D9529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861248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EFDF0B-9A29-8A6A-D6DF-3C1FFDF7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D38313-DABE-6A42-BA59-CB17337E6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42BFE2-6088-0ECA-5E75-3CAAADEC3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03CCBC-AAF4-A259-D425-8506B4A5F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E20A4-7EDF-10F9-1DF8-FE0685DD0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8313D2F-74F0-4AA0-3EFB-26A0D488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B9AD82-DC19-FE2B-CE5F-9EA5E30F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41B8CB8-EF68-2B97-7BCD-07867606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85368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86379-5DB3-1FFA-3818-388DC5EB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7EEC39-23B3-AD24-1E39-9752E0DB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6DEEF4-070C-256D-D0A8-7F2A6754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055EAA-BD0D-AFB4-8C20-74150C90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471184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CA61981-84D7-2EBD-8E09-4724C129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4A067B-1854-F477-3865-29AF0A23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3BC378-FF64-CE7B-CEC5-2A879E1EB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304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8215B-542E-7C3D-1D6D-BFA913AA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A82C7E-954A-B67A-B99A-A77B7C2BE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EE7C10-B62A-7E7E-D854-9A91B7D62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D864B4-8334-13A5-68B6-0DE67507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8CF465-4854-9308-D908-989B0828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063501-092B-BDA2-F11F-1A724DA3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96440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1234F-C242-8548-4087-2930AAD7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2456DC-3879-62D8-5184-C0257CBD5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C7AE82-948C-1094-C8AC-2461C9D3B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735AE4-0BF1-F7B6-08AD-D694F7C0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2C2840-4C84-93CA-55F9-04EFA7B6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29E388-C693-7743-0A24-7F7336C1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09343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BA011-A4D4-487C-5B7D-2BD8CC43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B77AA2-4B53-9718-BE5E-B4FD4A3E3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49A96E-C60B-6AA0-4DDF-8EEF287B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5333A-3A90-8F76-9661-B8F282B4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6C6525-5495-B0AF-7093-B9A4367D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55890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4AB20F-4101-C438-41E4-3BF523C2D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3DBC45-9BDF-AA19-2320-F4761E1D2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DEA78-D7B4-4BD3-9921-A9ABB9A6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39DCB9-6A16-75CF-254C-6839C119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537EC0-96F2-A53E-68B8-E341DF87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23208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8C44C5-23CF-E336-7D6A-565F32A5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62C08E-D456-FD0C-6CB5-35A25810E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9C15B-5DA2-E745-F875-A12B2C41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BFCF4-A692-4532-AA6A-DF6B1857E273}" type="datetimeFigureOut">
              <a:rPr lang="es-SV" smtClean="0"/>
              <a:t>9/11/2023</a:t>
            </a:fld>
            <a:endParaRPr lang="es-SV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68119D-926D-6296-7801-49A9F347A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E0041E-A3B7-27AE-4CA7-052E578FB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BC2F7-89A3-4528-A4F6-6013CB40E8A7}" type="slidenum">
              <a:rPr lang="es-SV" smtClean="0"/>
              <a:t>‹Nº›</a:t>
            </a:fld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88133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350B585-6E45-329A-B12F-11FC7462E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08" y="390311"/>
            <a:ext cx="2821432" cy="2351194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8428C2A-3735-E960-C108-494D550A1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9725"/>
              </p:ext>
            </p:extLst>
          </p:nvPr>
        </p:nvGraphicFramePr>
        <p:xfrm>
          <a:off x="518160" y="2316480"/>
          <a:ext cx="10099040" cy="3932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7448">
                  <a:extLst>
                    <a:ext uri="{9D8B030D-6E8A-4147-A177-3AD203B41FA5}">
                      <a16:colId xmlns:a16="http://schemas.microsoft.com/office/drawing/2014/main" val="2075878154"/>
                    </a:ext>
                  </a:extLst>
                </a:gridCol>
                <a:gridCol w="6211592">
                  <a:extLst>
                    <a:ext uri="{9D8B030D-6E8A-4147-A177-3AD203B41FA5}">
                      <a16:colId xmlns:a16="http://schemas.microsoft.com/office/drawing/2014/main" val="2846710075"/>
                    </a:ext>
                  </a:extLst>
                </a:gridCol>
              </a:tblGrid>
              <a:tr h="655461">
                <a:tc gridSpan="2">
                  <a:txBody>
                    <a:bodyPr/>
                    <a:lstStyle/>
                    <a:p>
                      <a:pPr lvl="1" algn="l"/>
                      <a:r>
                        <a:rPr lang="es-ES" sz="3200" dirty="0"/>
                        <a:t>GRUPO 4</a:t>
                      </a:r>
                      <a:endParaRPr lang="es-SV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SV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200588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s-ES" sz="3000" dirty="0"/>
                        <a:t>17</a:t>
                      </a:r>
                      <a:r>
                        <a:rPr lang="en-US" sz="3000" dirty="0"/>
                        <a:t>-1673-2000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José Alfredo Hernández Ortiz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284335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s-ES" sz="3000" dirty="0"/>
                        <a:t>17</a:t>
                      </a:r>
                      <a:r>
                        <a:rPr lang="en-US" sz="3000" dirty="0"/>
                        <a:t>-3514-2018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Karla Alexandra Reyes Alfaro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91973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n-US" sz="3000" dirty="0"/>
                        <a:t>25-4970-2016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Vladimir Benjamin Hernandez Perez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099260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n-US" sz="3000" dirty="0"/>
                        <a:t>25-0686-2015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Fatima Michelle Molina Garcia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180056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n-US" sz="3000" dirty="0"/>
                        <a:t>25-5902-2015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Victor Manuel Rodriguez Aguiluz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5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88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350B585-6E45-329A-B12F-11FC7462E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08" y="390311"/>
            <a:ext cx="2821432" cy="2351194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8428C2A-3735-E960-C108-494D550A1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205402"/>
              </p:ext>
            </p:extLst>
          </p:nvPr>
        </p:nvGraphicFramePr>
        <p:xfrm>
          <a:off x="518160" y="2316480"/>
          <a:ext cx="11480799" cy="3932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14">
                  <a:extLst>
                    <a:ext uri="{9D8B030D-6E8A-4147-A177-3AD203B41FA5}">
                      <a16:colId xmlns:a16="http://schemas.microsoft.com/office/drawing/2014/main" val="2075878154"/>
                    </a:ext>
                  </a:extLst>
                </a:gridCol>
                <a:gridCol w="5826464">
                  <a:extLst>
                    <a:ext uri="{9D8B030D-6E8A-4147-A177-3AD203B41FA5}">
                      <a16:colId xmlns:a16="http://schemas.microsoft.com/office/drawing/2014/main" val="2846710075"/>
                    </a:ext>
                  </a:extLst>
                </a:gridCol>
                <a:gridCol w="2918021">
                  <a:extLst>
                    <a:ext uri="{9D8B030D-6E8A-4147-A177-3AD203B41FA5}">
                      <a16:colId xmlns:a16="http://schemas.microsoft.com/office/drawing/2014/main" val="2653252918"/>
                    </a:ext>
                  </a:extLst>
                </a:gridCol>
              </a:tblGrid>
              <a:tr h="655461">
                <a:tc gridSpan="2">
                  <a:txBody>
                    <a:bodyPr/>
                    <a:lstStyle/>
                    <a:p>
                      <a:pPr lvl="1" algn="l"/>
                      <a:r>
                        <a:rPr lang="es-ES" sz="3200" dirty="0"/>
                        <a:t>GRUPO 4</a:t>
                      </a:r>
                      <a:endParaRPr lang="es-SV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SV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endParaRPr lang="es-SV" sz="3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200588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s-ES" sz="3000" dirty="0"/>
                        <a:t>17</a:t>
                      </a:r>
                      <a:r>
                        <a:rPr lang="en-US" sz="3000" dirty="0"/>
                        <a:t>-1673-2000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José Alfredo Hernández Ortiz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SV" sz="3000" dirty="0">
                          <a:solidFill>
                            <a:srgbClr val="0070C0"/>
                          </a:solidFill>
                        </a:rPr>
                        <a:t>Demostración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284335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s-ES" sz="3000" dirty="0"/>
                        <a:t>17</a:t>
                      </a:r>
                      <a:r>
                        <a:rPr lang="en-US" sz="3000" dirty="0"/>
                        <a:t>-3514-2018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Karla Alexandra Reyes Alfaro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SV" sz="3000" dirty="0" err="1">
                          <a:solidFill>
                            <a:srgbClr val="0070C0"/>
                          </a:solidFill>
                        </a:rPr>
                        <a:t>Cap</a:t>
                      </a:r>
                      <a:r>
                        <a:rPr lang="es-SV" sz="3000" dirty="0">
                          <a:solidFill>
                            <a:srgbClr val="0070C0"/>
                          </a:solidFill>
                        </a:rPr>
                        <a:t> 3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91973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n-US" sz="3000" dirty="0"/>
                        <a:t>25-4970-2016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Vladimir Benjamin Hernandez Perez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SV" sz="3000" dirty="0">
                          <a:solidFill>
                            <a:srgbClr val="0070C0"/>
                          </a:solidFill>
                        </a:rPr>
                        <a:t>Presentador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099260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n-US" sz="3000" dirty="0"/>
                        <a:t>25-0686-2015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Fatima Michelle Molina Garcia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SV" sz="3000" dirty="0" err="1">
                          <a:solidFill>
                            <a:srgbClr val="0070C0"/>
                          </a:solidFill>
                        </a:rPr>
                        <a:t>Cap</a:t>
                      </a:r>
                      <a:r>
                        <a:rPr lang="es-SV" sz="3000" dirty="0">
                          <a:solidFill>
                            <a:srgbClr val="0070C0"/>
                          </a:solidFill>
                        </a:rPr>
                        <a:t> 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180056"/>
                  </a:ext>
                </a:extLst>
              </a:tr>
              <a:tr h="655461">
                <a:tc>
                  <a:txBody>
                    <a:bodyPr/>
                    <a:lstStyle/>
                    <a:p>
                      <a:r>
                        <a:rPr lang="en-US" sz="3000" dirty="0"/>
                        <a:t>25-5902-2015</a:t>
                      </a:r>
                      <a:endParaRPr lang="es-SV" sz="3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Victor Manuel Rodriguez Aguiluz</a:t>
                      </a:r>
                      <a:endParaRPr lang="es-SV" sz="30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SV" sz="3000" dirty="0" err="1">
                          <a:solidFill>
                            <a:srgbClr val="0070C0"/>
                          </a:solidFill>
                        </a:rPr>
                        <a:t>Cap</a:t>
                      </a:r>
                      <a:r>
                        <a:rPr lang="es-SV" sz="3000" dirty="0">
                          <a:solidFill>
                            <a:srgbClr val="0070C0"/>
                          </a:solidFill>
                        </a:rPr>
                        <a:t> 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959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1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2990B5B-5EDE-6E2C-E450-6D5EE387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100" b="1" dirty="0"/>
              <a:t>CAPITULO I – </a:t>
            </a:r>
            <a:r>
              <a:rPr lang="es-SV" sz="3100" b="1" dirty="0"/>
              <a:t>Especificación</a:t>
            </a:r>
            <a:r>
              <a:rPr lang="en-US" sz="3100" b="1" dirty="0"/>
              <a:t> del Proyecto</a:t>
            </a:r>
            <a:endParaRPr lang="es-SV" sz="3100" b="1" dirty="0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81418D-5035-3220-ED33-DE0F7277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s-SV" sz="2000"/>
              <a:t>Situación</a:t>
            </a:r>
            <a:r>
              <a:rPr lang="en-US" sz="2000"/>
              <a:t> actual</a:t>
            </a:r>
          </a:p>
          <a:p>
            <a:r>
              <a:rPr lang="en-US" sz="2000"/>
              <a:t>Tema</a:t>
            </a:r>
          </a:p>
          <a:p>
            <a:r>
              <a:rPr lang="es-SV" sz="2000"/>
              <a:t>Alcances</a:t>
            </a:r>
          </a:p>
          <a:p>
            <a:r>
              <a:rPr lang="es-SV" sz="2000"/>
              <a:t>Limitantes</a:t>
            </a:r>
          </a:p>
          <a:p>
            <a:r>
              <a:rPr lang="es-SV" sz="2000"/>
              <a:t>Justificación</a:t>
            </a:r>
          </a:p>
          <a:p>
            <a:r>
              <a:rPr lang="es-SV" sz="2000"/>
              <a:t>Cronograma</a:t>
            </a:r>
          </a:p>
          <a:p>
            <a:r>
              <a:rPr lang="es-SV" sz="2000"/>
              <a:t>Presupuesto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itio web móvil o Aplicación móvil ¿Cual es mejor para mi? - Wibxi">
            <a:extLst>
              <a:ext uri="{FF2B5EF4-FFF2-40B4-BE49-F238E27FC236}">
                <a16:creationId xmlns:a16="http://schemas.microsoft.com/office/drawing/2014/main" id="{C293F31A-8B33-E4FD-6695-61A98C33B9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2" r="6964" b="2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983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A79FD9E-5FA2-1828-B53B-7DAC0C89D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92" y="1216576"/>
            <a:ext cx="11209217" cy="54814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" name="Título 4">
            <a:extLst>
              <a:ext uri="{FF2B5EF4-FFF2-40B4-BE49-F238E27FC236}">
                <a16:creationId xmlns:a16="http://schemas.microsoft.com/office/drawing/2014/main" id="{7F274859-BDF9-D31A-3B0C-3D77202F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843915"/>
          </a:xfrm>
          <a:solidFill>
            <a:schemeClr val="tx1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CRONOGRAMA</a:t>
            </a:r>
            <a:endParaRPr lang="es-SV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00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7A2593D-316E-42E4-F5CD-BC4E3145A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090" y="1209040"/>
            <a:ext cx="9454230" cy="536037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AF2D37A5-31B7-5A96-0114-A65D9F4A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843915"/>
          </a:xfrm>
          <a:solidFill>
            <a:schemeClr val="tx1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PRESUPUESTO</a:t>
            </a:r>
            <a:endParaRPr lang="es-SV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3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5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2990B5B-5EDE-6E2C-E450-6D5EE387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300" b="1" dirty="0"/>
              <a:t>CAPITULO II – </a:t>
            </a:r>
            <a:r>
              <a:rPr lang="es-SV" sz="3300" b="1" dirty="0"/>
              <a:t>Análisis</a:t>
            </a:r>
            <a:r>
              <a:rPr lang="en-US" sz="3300" b="1" dirty="0"/>
              <a:t> y </a:t>
            </a:r>
            <a:r>
              <a:rPr lang="en-US" sz="3300" b="1" dirty="0" err="1"/>
              <a:t>dise</a:t>
            </a:r>
            <a:r>
              <a:rPr lang="es-ES" sz="3300" b="1" dirty="0" err="1"/>
              <a:t>ño</a:t>
            </a:r>
            <a:r>
              <a:rPr lang="es-ES" sz="3300" b="1" dirty="0"/>
              <a:t> de la propuesta</a:t>
            </a:r>
            <a:endParaRPr lang="es-SV" sz="3300" b="1" dirty="0"/>
          </a:p>
        </p:txBody>
      </p:sp>
      <p:sp>
        <p:nvSpPr>
          <p:cNvPr id="2065" name="Rectangle 205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81418D-5035-3220-ED33-DE0F7277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s-ES" sz="1800" dirty="0"/>
              <a:t>Taller de requerimiento</a:t>
            </a:r>
          </a:p>
          <a:p>
            <a:r>
              <a:rPr lang="es-ES" sz="1800" dirty="0"/>
              <a:t>Gestión de usuarios</a:t>
            </a:r>
          </a:p>
          <a:p>
            <a:r>
              <a:rPr lang="es-ES" sz="1800" dirty="0"/>
              <a:t>Visualización de datos</a:t>
            </a:r>
          </a:p>
          <a:p>
            <a:r>
              <a:rPr lang="es-ES" sz="1800" dirty="0"/>
              <a:t>Descripción de la propuesta</a:t>
            </a:r>
          </a:p>
          <a:p>
            <a:r>
              <a:rPr lang="es-ES" sz="1800" dirty="0"/>
              <a:t>Descripción de las tecnologías disponibles</a:t>
            </a:r>
          </a:p>
          <a:p>
            <a:r>
              <a:rPr lang="es-ES" sz="1800" dirty="0"/>
              <a:t>Diagrama arquitectónico de la solución</a:t>
            </a:r>
          </a:p>
          <a:p>
            <a:r>
              <a:rPr lang="es-ES" sz="1800" dirty="0"/>
              <a:t>Descripción de los componentes de la solución</a:t>
            </a:r>
            <a:endParaRPr lang="es-SV" sz="1800" dirty="0"/>
          </a:p>
        </p:txBody>
      </p:sp>
      <p:sp>
        <p:nvSpPr>
          <p:cNvPr id="2066" name="Rectangle 205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ómo desarrollar una aplicación móvil híbrida | uTech Academy">
            <a:extLst>
              <a:ext uri="{FF2B5EF4-FFF2-40B4-BE49-F238E27FC236}">
                <a16:creationId xmlns:a16="http://schemas.microsoft.com/office/drawing/2014/main" id="{D8E5CEE4-1D1A-1C41-BB2F-2ADEB9604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553809"/>
            <a:ext cx="5628018" cy="351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67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2990B5B-5EDE-6E2C-E450-6D5EE387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843915"/>
          </a:xfrm>
          <a:solidFill>
            <a:schemeClr val="tx1"/>
          </a:solidFill>
        </p:spPr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Diagrama arquitectónico de la solución</a:t>
            </a:r>
            <a:endParaRPr lang="es-SV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556BA1E8-860E-9ED5-FCA6-4C4B5DB0F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382933"/>
              </p:ext>
            </p:extLst>
          </p:nvPr>
        </p:nvGraphicFramePr>
        <p:xfrm>
          <a:off x="711200" y="1016000"/>
          <a:ext cx="10678160" cy="5506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077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2990B5B-5EDE-6E2C-E450-6D5EE387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b="1"/>
              <a:t>CAPITULO III – </a:t>
            </a:r>
            <a:r>
              <a:rPr lang="es-ES" b="1"/>
              <a:t>Estrategia de implementación</a:t>
            </a:r>
            <a:endParaRPr lang="es-SV" b="1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81418D-5035-3220-ED33-DE0F7277A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1700" dirty="0"/>
              <a:t>Estrategia de implementación</a:t>
            </a:r>
          </a:p>
          <a:p>
            <a:r>
              <a:rPr lang="es-ES" sz="1700" dirty="0"/>
              <a:t>Investigación de industria</a:t>
            </a:r>
          </a:p>
          <a:p>
            <a:r>
              <a:rPr lang="es-ES" sz="1700" dirty="0"/>
              <a:t>Definición del usuario objetivo</a:t>
            </a:r>
          </a:p>
          <a:p>
            <a:r>
              <a:rPr lang="es-ES" sz="1700" dirty="0"/>
              <a:t>Principales competidores</a:t>
            </a:r>
          </a:p>
          <a:p>
            <a:r>
              <a:rPr lang="es-ES" sz="1700" i="1" dirty="0"/>
              <a:t>Diseño de sitio web</a:t>
            </a:r>
          </a:p>
          <a:p>
            <a:r>
              <a:rPr lang="es-ES" sz="1700" i="1" dirty="0"/>
              <a:t>Redes sociales</a:t>
            </a:r>
          </a:p>
          <a:p>
            <a:r>
              <a:rPr lang="es-ES" sz="1700" i="1" dirty="0"/>
              <a:t>Marketing de contenidos</a:t>
            </a:r>
          </a:p>
          <a:p>
            <a:r>
              <a:rPr lang="es-ES" sz="1700" i="1" dirty="0"/>
              <a:t>SEO</a:t>
            </a:r>
          </a:p>
          <a:p>
            <a:pPr lvl="1"/>
            <a:r>
              <a:rPr lang="es-ES" sz="1700" i="1" dirty="0"/>
              <a:t>Campañas gratuitas</a:t>
            </a:r>
          </a:p>
          <a:p>
            <a:pPr lvl="1"/>
            <a:r>
              <a:rPr lang="es-ES" sz="1700" i="1" dirty="0"/>
              <a:t>Campañas pagadas</a:t>
            </a:r>
          </a:p>
          <a:p>
            <a:pPr marL="0" indent="0">
              <a:buNone/>
            </a:pPr>
            <a:endParaRPr lang="es-SV" sz="1700" i="1" dirty="0"/>
          </a:p>
        </p:txBody>
      </p:sp>
      <p:pic>
        <p:nvPicPr>
          <p:cNvPr id="3074" name="Picture 2" descr="Las aplicaciones móviles en EEUU ocupan el 84,9% del tiempo de uso del ...">
            <a:extLst>
              <a:ext uri="{FF2B5EF4-FFF2-40B4-BE49-F238E27FC236}">
                <a16:creationId xmlns:a16="http://schemas.microsoft.com/office/drawing/2014/main" id="{A4A2BFB5-686F-EC22-37A5-E173BB62C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240505"/>
            <a:ext cx="5150277" cy="2201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2990B5B-5EDE-6E2C-E450-6D5EE387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843915"/>
          </a:xfrm>
          <a:solidFill>
            <a:schemeClr val="tx1"/>
          </a:solidFill>
        </p:spPr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Presupuesto </a:t>
            </a:r>
            <a:r>
              <a:rPr lang="es-ES" b="1">
                <a:solidFill>
                  <a:schemeClr val="bg1"/>
                </a:solidFill>
              </a:rPr>
              <a:t>de implementación</a:t>
            </a:r>
            <a:endParaRPr lang="es-SV" b="1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38CAF7-7582-3FAF-8805-06A9BC07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91" y="1092004"/>
            <a:ext cx="9768152" cy="56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53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182</Words>
  <Application>Microsoft Office PowerPoint</Application>
  <PresentationFormat>Panorámica</PresentationFormat>
  <Paragraphs>70</Paragraphs>
  <Slides>9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CAPITULO I – Especificación del Proyecto</vt:lpstr>
      <vt:lpstr>CRONOGRAMA</vt:lpstr>
      <vt:lpstr>PRESUPUESTO</vt:lpstr>
      <vt:lpstr>CAPITULO II – Análisis y diseño de la propuesta</vt:lpstr>
      <vt:lpstr>Diagrama arquitectónico de la solución</vt:lpstr>
      <vt:lpstr>CAPITULO III – Estrategia de implementación</vt:lpstr>
      <vt:lpstr>Presupuesto de implementación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HERNANDEZ ORTIZ JOSE ALFREDO</dc:creator>
  <cp:lastModifiedBy>HERNANDEZ ORTIZ JOSE ALFREDO</cp:lastModifiedBy>
  <cp:revision>4</cp:revision>
  <dcterms:created xsi:type="dcterms:W3CDTF">2023-10-24T17:39:17Z</dcterms:created>
  <dcterms:modified xsi:type="dcterms:W3CDTF">2023-11-10T04:05:27Z</dcterms:modified>
</cp:coreProperties>
</file>